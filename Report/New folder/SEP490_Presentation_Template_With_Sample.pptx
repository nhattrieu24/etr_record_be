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Information System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Programming Project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23317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</a:rPr>
              <a:t>[Project Name]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</a:rPr>
              <a:t>Sample: Internship Progress Tracking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35838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Team: [Team name]  •  Members: [Name 1, Name 2, ...]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Supervisor: [Supervisor name]  •  Semester: [Semester]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0" y="365760"/>
            <a:ext cx="4389120" cy="4389120"/>
          </a:xfrm>
          <a:prstGeom prst="arc">
            <a:avLst/>
          </a:prstGeom>
          <a:noFill/>
          <a:ln w="254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1097280"/>
            <a:ext cx="2834640" cy="2834640"/>
          </a:xfrm>
          <a:prstGeom prst="arc">
            <a:avLst/>
          </a:prstGeom>
          <a:noFill/>
          <a:ln w="25400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530352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Replace the sample with your own project information.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 this slide to show the story line of your presentation.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408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Project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0756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20665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Current Problems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340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2724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Objectives &amp; Scope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3924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3383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Proposed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0507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4041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Stakeholders, Roles &amp; Authorization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47000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Business Workflow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14173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1408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System Functions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20756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0665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UI / ERD /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27340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724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Technologies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3924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383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Demonstration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0507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4041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Project Management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4709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47000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Project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Explain where the system will be used and why it matters.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7218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Template: what to include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1810512"/>
            <a:ext cx="4974336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856232"/>
            <a:ext cx="48006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</a:rPr>
              <a:t>Organization or department context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Current way of working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Main users and their responsibilities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Known constraints: time, data, access, rules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47218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Sample: Internship Progress Tracking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28232" y="1810512"/>
            <a:ext cx="4974336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1856232"/>
            <a:ext cx="48006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</a:rPr>
              <a:t>Universities need to track student internships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Students currently report progress through email or separate files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Lecturers and company mentors need a shared view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The project is implemented by 4–5 students in 10 weeks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Current Problems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Show the pain points clearly before presenting the solution.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72184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810512"/>
            <a:ext cx="106436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Write one concise sentence describing the main problem.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Sample: Internship progress is difficult to monitor because updates, confirmations, and reports are scattered across many channels.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2062886" cy="841248"/>
          </a:xfrm>
          <a:prstGeom prst="roundRect">
            <a:avLst>
              <a:gd name="adj" fmla="val 6522"/>
            </a:avLst>
          </a:prstGeom>
          <a:solidFill>
            <a:srgbClr val="FFF1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98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916936"/>
            <a:ext cx="15599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Scattered communication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66974" y="32004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13278" y="2788920"/>
            <a:ext cx="2062886" cy="841248"/>
          </a:xfrm>
          <a:prstGeom prst="roundRect">
            <a:avLst>
              <a:gd name="adj" fmla="val 6522"/>
            </a:avLst>
          </a:prstGeom>
          <a:solidFill>
            <a:srgbClr val="FFF1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4718" y="2898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4758" y="2916936"/>
            <a:ext cx="15599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Late weekly updates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94453" y="32004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40757" y="2788920"/>
            <a:ext cx="2062886" cy="841248"/>
          </a:xfrm>
          <a:prstGeom prst="roundRect">
            <a:avLst>
              <a:gd name="adj" fmla="val 6522"/>
            </a:avLst>
          </a:prstGeom>
          <a:solidFill>
            <a:srgbClr val="FFF1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2197" y="2898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52237" y="2916936"/>
            <a:ext cx="15599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Manual checking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21931" y="32004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8235" y="2788920"/>
            <a:ext cx="2062886" cy="841248"/>
          </a:xfrm>
          <a:prstGeom prst="roundRect">
            <a:avLst>
              <a:gd name="adj" fmla="val 6522"/>
            </a:avLst>
          </a:prstGeom>
          <a:solidFill>
            <a:srgbClr val="FFF1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9675" y="2898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9715" y="2916936"/>
            <a:ext cx="15599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Hard to summarize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449410" y="32004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95714" y="2788920"/>
            <a:ext cx="2062886" cy="841248"/>
          </a:xfrm>
          <a:prstGeom prst="roundRect">
            <a:avLst>
              <a:gd name="adj" fmla="val 6522"/>
            </a:avLst>
          </a:prstGeom>
          <a:solidFill>
            <a:srgbClr val="FFF1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87154" y="2898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07194" y="2916936"/>
            <a:ext cx="15599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Limited transparency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4892040"/>
            <a:ext cx="10607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Tip: Use problems that are observable and connected to your system features.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Project Objectives and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State what the system will and will not 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26464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764792"/>
            <a:ext cx="5157216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Sample objectives: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Create internship profiles for students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Allow weekly progress updates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Support supervisor feedback and mentor confirmation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Manage final report submission and summary reports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28016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42646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Scope in 10 weeks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65392" y="1764792"/>
            <a:ext cx="4791456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In scope: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Web application with core workflows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Role-based access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CRUD + workflow 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Basic reports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Out of scope: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Mobile 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Integration with external HR systems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Advanced analytics / AI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Proposed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Connect each problem to a system capability.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246120" cy="548640"/>
          </a:xfrm>
          <a:prstGeom prst="rect">
            <a:avLst/>
          </a:prstGeom>
          <a:solidFill>
            <a:srgbClr val="EAF2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72184"/>
            <a:ext cx="30998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Problem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931920" y="1417320"/>
            <a:ext cx="3749040" cy="548640"/>
          </a:xfrm>
          <a:prstGeom prst="rect">
            <a:avLst/>
          </a:prstGeom>
          <a:solidFill>
            <a:srgbClr val="EAF2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1472184"/>
            <a:ext cx="3602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System solution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7680960" y="1417320"/>
            <a:ext cx="3840480" cy="548640"/>
          </a:xfrm>
          <a:prstGeom prst="rect">
            <a:avLst/>
          </a:prstGeom>
          <a:solidFill>
            <a:srgbClr val="EAF2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54112" y="1472184"/>
            <a:ext cx="36941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Expected benefit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5800" y="1965960"/>
            <a:ext cx="3246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020824"/>
            <a:ext cx="30998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Progress updates are scattered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931920" y="1965960"/>
            <a:ext cx="37490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2020824"/>
            <a:ext cx="3602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Weekly Log module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680960" y="1965960"/>
            <a:ext cx="38404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2020824"/>
            <a:ext cx="36941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Centralized tracking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3246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569464"/>
            <a:ext cx="30998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Lecturers cannot follow many students easily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3931920" y="2514600"/>
            <a:ext cx="37490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2569464"/>
            <a:ext cx="3602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Supervisor Feedback module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7680960" y="2514600"/>
            <a:ext cx="38404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54112" y="2569464"/>
            <a:ext cx="36941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Faster monitoring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85800" y="3063240"/>
            <a:ext cx="3246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118104"/>
            <a:ext cx="30998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Mentor confirmation is hard to collect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3931920" y="3063240"/>
            <a:ext cx="37490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05072" y="3118104"/>
            <a:ext cx="3602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Mentor Confirmation module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7680960" y="3063240"/>
            <a:ext cx="38404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54112" y="3118104"/>
            <a:ext cx="36941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More reliable internship evidence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685800" y="3611880"/>
            <a:ext cx="3246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666744"/>
            <a:ext cx="30998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Manual summary reports take time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3931920" y="3611880"/>
            <a:ext cx="37490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05072" y="3666744"/>
            <a:ext cx="3602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Basic Report module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7680960" y="3611880"/>
            <a:ext cx="38404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54112" y="3666744"/>
            <a:ext cx="36941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Quick status overview</a:t>
            </a:r>
            <a:endParaRPr lang="en-US" sz="1060" dirty="0"/>
          </a:p>
        </p:txBody>
      </p:sp>
      <p:sp>
        <p:nvSpPr>
          <p:cNvPr id="37" name="Text 35"/>
          <p:cNvSpPr/>
          <p:nvPr/>
        </p:nvSpPr>
        <p:spPr>
          <a:xfrm>
            <a:off x="685800" y="4892040"/>
            <a:ext cx="10835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Replace the sample rows with your own project problems and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Stakeholders, Roles and Authorization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Combine user responsibilities and permissions in one clear 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2011680" cy="585216"/>
          </a:xfrm>
          <a:prstGeom prst="rect">
            <a:avLst/>
          </a:prstGeom>
          <a:solidFill>
            <a:srgbClr val="E6F6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380744"/>
            <a:ext cx="1865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Role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606040" y="1325880"/>
            <a:ext cx="4663440" cy="585216"/>
          </a:xfrm>
          <a:prstGeom prst="rect">
            <a:avLst/>
          </a:prstGeom>
          <a:solidFill>
            <a:srgbClr val="E6F6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380744"/>
            <a:ext cx="45171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Main responsibilities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7269480" y="1325880"/>
            <a:ext cx="4297680" cy="585216"/>
          </a:xfrm>
          <a:prstGeom prst="rect">
            <a:avLst/>
          </a:prstGeom>
          <a:solidFill>
            <a:srgbClr val="E6F6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1380744"/>
            <a:ext cx="4151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Main permissions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94360" y="1911096"/>
            <a:ext cx="2011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1965960"/>
            <a:ext cx="1865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Administrator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2606040" y="1911096"/>
            <a:ext cx="46634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1965960"/>
            <a:ext cx="45171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Manage users, internship periods, student profiles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269480" y="1911096"/>
            <a:ext cx="4297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2632" y="1965960"/>
            <a:ext cx="4151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Full access; manage master data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94360" y="2496312"/>
            <a:ext cx="2011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551176"/>
            <a:ext cx="1865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Student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2606040" y="2496312"/>
            <a:ext cx="46634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2551176"/>
            <a:ext cx="45171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Update weekly logs, submit final report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7269480" y="2496312"/>
            <a:ext cx="4297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2551176"/>
            <a:ext cx="4151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View/update own internship data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94360" y="3081528"/>
            <a:ext cx="2011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136392"/>
            <a:ext cx="1865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Academic Supervisor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2606040" y="3081528"/>
            <a:ext cx="46634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9192" y="3136392"/>
            <a:ext cx="45171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Review progress, give feedback, view reports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7269480" y="3081528"/>
            <a:ext cx="4297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42632" y="3136392"/>
            <a:ext cx="4151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View assigned students; give feedback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94360" y="3666744"/>
            <a:ext cx="2011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3721608"/>
            <a:ext cx="1865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Company Mentor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2606040" y="3666744"/>
            <a:ext cx="46634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9192" y="3721608"/>
            <a:ext cx="45171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Confirm progress and provide comments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7269480" y="3666744"/>
            <a:ext cx="4297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42632" y="3721608"/>
            <a:ext cx="41513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View assigned students; confirm weekly logs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2377440" y="4754880"/>
            <a:ext cx="7406640" cy="310896"/>
          </a:xfrm>
          <a:prstGeom prst="roundRect">
            <a:avLst>
              <a:gd name="adj" fmla="val 1470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0592" y="4818888"/>
            <a:ext cx="7260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Template tip: avoid listing every button; focus on important permissions.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Business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 BPMN or Activity Diagram to show the real business process.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722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29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048256"/>
            <a:ext cx="121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Admin creates internship profile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3328" y="233172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89632" y="1920240"/>
            <a:ext cx="1722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1072" y="2029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01112" y="2048256"/>
            <a:ext cx="121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Student submits weekly log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30040" y="233172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76344" y="1920240"/>
            <a:ext cx="1722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7784" y="2029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7824" y="2048256"/>
            <a:ext cx="121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Supervisor reviews progress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16752" y="233172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63056" y="1920240"/>
            <a:ext cx="1722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029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74536" y="2048256"/>
            <a:ext cx="121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Mentor confirms progress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03464" y="233172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49768" y="1920240"/>
            <a:ext cx="1722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1208" y="2029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61248" y="2048256"/>
            <a:ext cx="121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Student submits final report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790176" y="233172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36480" y="1920240"/>
            <a:ext cx="1722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27920" y="2029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47960" y="2048256"/>
            <a:ext cx="121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Admin/Supervisor views summary report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Sample core workflow: Internship Tracking Lifecycle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402336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In your final presentation, replace this simplified flow with your BPMN or Activity Diagram using swimlanes.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System Functions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Show feature groups, not every minor screen.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788920" cy="587829"/>
          </a:xfrm>
          <a:prstGeom prst="rect">
            <a:avLst/>
          </a:prstGeom>
          <a:solidFill>
            <a:srgbClr val="EAF2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35024"/>
            <a:ext cx="264261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Feature group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5577840" cy="587829"/>
          </a:xfrm>
          <a:prstGeom prst="rect">
            <a:avLst/>
          </a:prstGeom>
          <a:solidFill>
            <a:srgbClr val="EAF2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335024"/>
            <a:ext cx="543153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Core functions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8915400" y="1280160"/>
            <a:ext cx="2697480" cy="587829"/>
          </a:xfrm>
          <a:prstGeom prst="rect">
            <a:avLst/>
          </a:prstGeom>
          <a:solidFill>
            <a:srgbClr val="EAF2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88552" y="1335024"/>
            <a:ext cx="255117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Main actor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48640" y="1867989"/>
            <a:ext cx="278892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922853"/>
            <a:ext cx="264261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User Management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337560" y="1867989"/>
            <a:ext cx="557784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922853"/>
            <a:ext cx="543153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Login, role management, account management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915400" y="1867989"/>
            <a:ext cx="269748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88552" y="1922853"/>
            <a:ext cx="255117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Administrator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48640" y="2455817"/>
            <a:ext cx="278892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510681"/>
            <a:ext cx="264261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Internship Profile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3337560" y="2455817"/>
            <a:ext cx="557784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510681"/>
            <a:ext cx="543153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Create and manage internship profiles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8915400" y="2455817"/>
            <a:ext cx="269748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88552" y="2510681"/>
            <a:ext cx="255117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Administrator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48640" y="3043646"/>
            <a:ext cx="278892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098510"/>
            <a:ext cx="264261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Weekly Progress Log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3337560" y="3043646"/>
            <a:ext cx="557784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098510"/>
            <a:ext cx="543153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Create draft, submit weekly progress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8915400" y="3043646"/>
            <a:ext cx="269748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88552" y="3098510"/>
            <a:ext cx="255117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Student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48640" y="3631474"/>
            <a:ext cx="278892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686338"/>
            <a:ext cx="264261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Feedback &amp; Confirmation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3337560" y="3631474"/>
            <a:ext cx="557784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3686338"/>
            <a:ext cx="543153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Supervisor feedback, mentor confirmation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915400" y="3631474"/>
            <a:ext cx="269748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88552" y="3686338"/>
            <a:ext cx="255117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Supervisor / Mentor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548640" y="4219303"/>
            <a:ext cx="278892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274167"/>
            <a:ext cx="264261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Report Submission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3337560" y="4219303"/>
            <a:ext cx="557784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4274167"/>
            <a:ext cx="543153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Upload and manage final report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8915400" y="4219303"/>
            <a:ext cx="269748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88552" y="4274167"/>
            <a:ext cx="255117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Student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548640" y="4807131"/>
            <a:ext cx="278892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4861995"/>
            <a:ext cx="264261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Basic Report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3337560" y="4807131"/>
            <a:ext cx="557784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10712" y="4861995"/>
            <a:ext cx="543153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View missing logs, submitted reports, status summary</a:t>
            </a:r>
            <a:endParaRPr lang="en-US" sz="1060" dirty="0"/>
          </a:p>
        </p:txBody>
      </p:sp>
      <p:sp>
        <p:nvSpPr>
          <p:cNvPr id="47" name="Shape 45"/>
          <p:cNvSpPr/>
          <p:nvPr/>
        </p:nvSpPr>
        <p:spPr>
          <a:xfrm>
            <a:off x="8915400" y="4807131"/>
            <a:ext cx="2697480" cy="58782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88552" y="4861995"/>
            <a:ext cx="2551176" cy="4963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Admin / Supervisor</a:t>
            </a:r>
            <a:endParaRPr lang="en-US" sz="10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Screen Flow / UI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Show how users navigate through the system.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66878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842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002536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Login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2868" y="22860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19172" y="1874520"/>
            <a:ext cx="166878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0612" y="19842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30652" y="2002536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Dashboard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22860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52544" y="1874520"/>
            <a:ext cx="166878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19842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4024" y="2002536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Internship Profiles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9612" y="22860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85916" y="1874520"/>
            <a:ext cx="166878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7356" y="19842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97396" y="2002536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Weekly Logs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72984" y="22860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19288" y="1874520"/>
            <a:ext cx="166878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19842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30768" y="2002536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Feedback / Confirmation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706356" y="22860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852660" y="1874520"/>
            <a:ext cx="166878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44100" y="19842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64140" y="2002536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Reports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35204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366674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What to show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1832" y="4005072"/>
            <a:ext cx="479145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Main screens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User path for important actors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How a user moves from one screen to another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Avoid showing all CRUD popups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35204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66674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Sample screens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28232" y="4005072"/>
            <a:ext cx="479145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Login, Dashboard, Manage Internship Periods, Create Internship Profile, Weekly Log Form, Supervisor Feedback, Mentor Confirmation, Final Report Submission, Summary Report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Database Design / ERD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Show the core data model and explain why it supports the business workflow.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16840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27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545336"/>
            <a:ext cx="1181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User / Role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42388" y="18288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8692" y="1417320"/>
            <a:ext cx="16840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0132" y="1527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00172" y="1545336"/>
            <a:ext cx="1181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InternshipPeriod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91000" y="18288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37304" y="1417320"/>
            <a:ext cx="16840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8744" y="1527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8784" y="1545336"/>
            <a:ext cx="1181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InternshipProfile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9612" y="18288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85916" y="1417320"/>
            <a:ext cx="16840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7356" y="1527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97396" y="1545336"/>
            <a:ext cx="1181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Company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88224" y="18288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34528" y="1417320"/>
            <a:ext cx="16840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5968" y="1527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46008" y="1545336"/>
            <a:ext cx="1181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WeeklyLog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736836" y="182880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883140" y="1417320"/>
            <a:ext cx="16840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74580" y="1527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94620" y="1545336"/>
            <a:ext cx="1181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Feedback / Evaluation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51560" y="3108960"/>
            <a:ext cx="2834640" cy="402336"/>
          </a:xfrm>
          <a:prstGeom prst="rect">
            <a:avLst/>
          </a:prstGeom>
          <a:solidFill>
            <a:srgbClr val="E6F6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3163824"/>
            <a:ext cx="26883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Entity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3886200" y="3108960"/>
            <a:ext cx="7315200" cy="402336"/>
          </a:xfrm>
          <a:prstGeom prst="rect">
            <a:avLst/>
          </a:prstGeom>
          <a:solidFill>
            <a:srgbClr val="E6F6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9352" y="3163824"/>
            <a:ext cx="7168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Purpose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1051560" y="3511296"/>
            <a:ext cx="28346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4712" y="3566160"/>
            <a:ext cx="26883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InternshipProfile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3886200" y="3511296"/>
            <a:ext cx="7315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59352" y="3566160"/>
            <a:ext cx="7168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Connects student, company, supervisor, mentor and internship period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1051560" y="3913632"/>
            <a:ext cx="28346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4712" y="3968496"/>
            <a:ext cx="26883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WeeklyLog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3886200" y="3913632"/>
            <a:ext cx="7315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9352" y="3968496"/>
            <a:ext cx="7168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Stores weekly progress updates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1051560" y="4315968"/>
            <a:ext cx="28346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4712" y="4370832"/>
            <a:ext cx="26883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Feedback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3886200" y="4315968"/>
            <a:ext cx="7315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59352" y="4370832"/>
            <a:ext cx="7168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Stores supervisor comments and mentor confirmations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1051560" y="4718304"/>
            <a:ext cx="283464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4712" y="4773168"/>
            <a:ext cx="26883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ReportSubmission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3886200" y="4718304"/>
            <a:ext cx="7315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59352" y="4773168"/>
            <a:ext cx="716889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Stores final internship reports</a:t>
            </a:r>
            <a:endParaRPr lang="en-US" sz="10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System Design /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Explain the main layers and packages/classes from SDS.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193487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64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682496"/>
            <a:ext cx="1431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Presentation Layer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(UI pages)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67558" y="196596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13862" y="1554480"/>
            <a:ext cx="193487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5302" y="1664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5342" y="1682496"/>
            <a:ext cx="1431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Controller / API Layer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7021" y="196596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13325" y="1554480"/>
            <a:ext cx="193487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04765" y="1664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24805" y="1682496"/>
            <a:ext cx="1431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Service Layer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(Business logic)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66483" y="196596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12787" y="1554480"/>
            <a:ext cx="193487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04227" y="1664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24267" y="1682496"/>
            <a:ext cx="1431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Repository Layer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(Data access)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65946" y="1965960"/>
            <a:ext cx="12801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12250" y="1554480"/>
            <a:ext cx="1934870" cy="841248"/>
          </a:xfrm>
          <a:prstGeom prst="roundRect">
            <a:avLst>
              <a:gd name="adj" fmla="val 6522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3690" y="1664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23730" y="1682496"/>
            <a:ext cx="1431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Database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4400" y="320040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34670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Sample package groups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3685032"/>
            <a:ext cx="488289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auth, user, internship-period, internship-profile, weekly-log, feedback, report, notification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320040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346704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What students should explain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65392" y="3685032"/>
            <a:ext cx="45171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Which layer handles business rules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Which services support main workflows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How the database tables support each function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Technologies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Explain selected technologies and the reason for each choice.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2743200" cy="640080"/>
          </a:xfrm>
          <a:prstGeom prst="rect">
            <a:avLst/>
          </a:prstGeom>
          <a:solidFill>
            <a:srgbClr val="EAF2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380744"/>
            <a:ext cx="2596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Layer / Purpose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3108960" cy="640080"/>
          </a:xfrm>
          <a:prstGeom prst="rect">
            <a:avLst/>
          </a:prstGeom>
          <a:solidFill>
            <a:srgbClr val="EAF2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380744"/>
            <a:ext cx="29626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Technology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446520" y="1325880"/>
            <a:ext cx="5120640" cy="640080"/>
          </a:xfrm>
          <a:prstGeom prst="rect">
            <a:avLst/>
          </a:prstGeom>
          <a:solidFill>
            <a:srgbClr val="EAF2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380744"/>
            <a:ext cx="49743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Reason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94360" y="1965960"/>
            <a:ext cx="27432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020824"/>
            <a:ext cx="2596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Frontend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337560" y="1965960"/>
            <a:ext cx="3108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020824"/>
            <a:ext cx="29626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React / Vue / Angular / Razor Pages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446520" y="1965960"/>
            <a:ext cx="512064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020824"/>
            <a:ext cx="49743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Build web UI and forms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94360" y="2606040"/>
            <a:ext cx="27432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660904"/>
            <a:ext cx="2596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Backend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3337560" y="2606040"/>
            <a:ext cx="3108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660904"/>
            <a:ext cx="29626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ASP.NET Core / Spring Boot / Node.js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6446520" y="2606040"/>
            <a:ext cx="512064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2660904"/>
            <a:ext cx="49743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Implement APIs and business logic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94360" y="3246120"/>
            <a:ext cx="27432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300984"/>
            <a:ext cx="2596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Database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3337560" y="3246120"/>
            <a:ext cx="3108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300984"/>
            <a:ext cx="29626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SQL Server / MySQL / PostgreSQL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446520" y="3246120"/>
            <a:ext cx="512064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3300984"/>
            <a:ext cx="49743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Store structured business data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94360" y="3886200"/>
            <a:ext cx="27432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3941064"/>
            <a:ext cx="2596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Authentication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3337560" y="3886200"/>
            <a:ext cx="3108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3941064"/>
            <a:ext cx="29626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JWT / Session-based login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446520" y="3886200"/>
            <a:ext cx="512064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3941064"/>
            <a:ext cx="49743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Control user access by role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594360" y="4526280"/>
            <a:ext cx="27432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" y="4581144"/>
            <a:ext cx="2596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Deployment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3337560" y="4526280"/>
            <a:ext cx="310896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4581144"/>
            <a:ext cx="29626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Docker / cloud VM / local server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6446520" y="4526280"/>
            <a:ext cx="512064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9672" y="4581144"/>
            <a:ext cx="49743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Run and demonstrate the system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594360" y="5623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Choose technologies that the team can actually implement in 10 weeks.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Demonstration – Main Flows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Demo the system by business flow, not by clicking every screen.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2834640" cy="742950"/>
          </a:xfrm>
          <a:prstGeom prst="rect">
            <a:avLst/>
          </a:prstGeom>
          <a:solidFill>
            <a:srgbClr val="FFF1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563624"/>
            <a:ext cx="268833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Demo flow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474720" y="1508760"/>
            <a:ext cx="4572000" cy="742950"/>
          </a:xfrm>
          <a:prstGeom prst="rect">
            <a:avLst/>
          </a:prstGeom>
          <a:solidFill>
            <a:srgbClr val="FFF1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563624"/>
            <a:ext cx="442569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What to show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3474720" cy="742950"/>
          </a:xfrm>
          <a:prstGeom prst="rect">
            <a:avLst/>
          </a:prstGeom>
          <a:solidFill>
            <a:srgbClr val="FFF1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563624"/>
            <a:ext cx="332841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Success result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40080" y="2251710"/>
            <a:ext cx="2834640" cy="7429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306574"/>
            <a:ext cx="268833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Flow 1: Create internship profile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474720" y="2251710"/>
            <a:ext cx="4572000" cy="7429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306574"/>
            <a:ext cx="442569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Admin creates profile and assigns supervisor/mentor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046720" y="2251710"/>
            <a:ext cx="3474720" cy="7429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2306574"/>
            <a:ext cx="332841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Student profile is active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40080" y="2994660"/>
            <a:ext cx="2834640" cy="7429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049524"/>
            <a:ext cx="268833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Flow 2: Weekly progress tracking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3474720" y="2994660"/>
            <a:ext cx="4572000" cy="7429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049524"/>
            <a:ext cx="442569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Student submits log; supervisor reviews; mentor confirms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8046720" y="2994660"/>
            <a:ext cx="3474720" cy="7429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3049524"/>
            <a:ext cx="332841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Weekly log status is updated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40080" y="3737610"/>
            <a:ext cx="2834640" cy="7429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792474"/>
            <a:ext cx="268833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Flow 3: Final report and summary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3474720" y="3737610"/>
            <a:ext cx="4572000" cy="7429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3792474"/>
            <a:ext cx="442569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Student uploads report; admin views summary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8046720" y="3737610"/>
            <a:ext cx="3474720" cy="7429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9872" y="3792474"/>
            <a:ext cx="3328416" cy="6515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Report is submitted and counted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1234440" y="480060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99032" y="4946904"/>
            <a:ext cx="9363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Demo preparation checklist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99032" y="5285232"/>
            <a:ext cx="9363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Use clean sample data • Prepare accounts for each role • Show expected output after each flow • Avoid debugging during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Project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Show how the team organized implementation within 10 weeks.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1554480" cy="561703"/>
          </a:xfrm>
          <a:prstGeom prst="rect">
            <a:avLst/>
          </a:prstGeom>
          <a:solidFill>
            <a:srgbClr val="E6F6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380744"/>
            <a:ext cx="140817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Week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148840" y="1325880"/>
            <a:ext cx="5394960" cy="561703"/>
          </a:xfrm>
          <a:prstGeom prst="rect">
            <a:avLst/>
          </a:prstGeom>
          <a:solidFill>
            <a:srgbClr val="E6F6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1380744"/>
            <a:ext cx="52486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Main work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7543800" y="1325880"/>
            <a:ext cx="4023360" cy="561703"/>
          </a:xfrm>
          <a:prstGeom prst="rect">
            <a:avLst/>
          </a:prstGeom>
          <a:solidFill>
            <a:srgbClr val="E6F6F4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1380744"/>
            <a:ext cx="38770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Deliverable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94360" y="1887583"/>
            <a:ext cx="155448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1942447"/>
            <a:ext cx="140817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1–2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2148840" y="1887583"/>
            <a:ext cx="53949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21992" y="1942447"/>
            <a:ext cx="52486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Requirement analysis, workflow, SRS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543800" y="1887583"/>
            <a:ext cx="40233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1942447"/>
            <a:ext cx="38770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SRS + BPMN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94360" y="2449286"/>
            <a:ext cx="155448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504150"/>
            <a:ext cx="140817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3–4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2148840" y="2449286"/>
            <a:ext cx="53949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21992" y="2504150"/>
            <a:ext cx="52486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Database and system design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7543800" y="2449286"/>
            <a:ext cx="40233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6952" y="2504150"/>
            <a:ext cx="38770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SDS + ERD + UI flow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94360" y="3010989"/>
            <a:ext cx="155448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065853"/>
            <a:ext cx="140817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5–7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2148840" y="3010989"/>
            <a:ext cx="53949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21992" y="3065853"/>
            <a:ext cx="52486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Core implementation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7543800" y="3010989"/>
            <a:ext cx="40233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16952" y="3065853"/>
            <a:ext cx="38770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Working main modules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94360" y="3572691"/>
            <a:ext cx="155448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3627555"/>
            <a:ext cx="140817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8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2148840" y="3572691"/>
            <a:ext cx="53949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21992" y="3627555"/>
            <a:ext cx="52486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Integration and data preparation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7543800" y="3572691"/>
            <a:ext cx="40233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952" y="3627555"/>
            <a:ext cx="38770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Integrated prototype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594360" y="4134394"/>
            <a:ext cx="155448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" y="4189258"/>
            <a:ext cx="140817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9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2148840" y="4134394"/>
            <a:ext cx="53949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21992" y="4189258"/>
            <a:ext cx="52486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Polishing and demo rehearsal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7543800" y="4134394"/>
            <a:ext cx="40233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16952" y="4189258"/>
            <a:ext cx="38770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Final demo version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594360" y="4696097"/>
            <a:ext cx="155448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" y="4750961"/>
            <a:ext cx="140817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10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2148840" y="4696097"/>
            <a:ext cx="53949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21992" y="4750961"/>
            <a:ext cx="52486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Presentation and submission</a:t>
            </a:r>
            <a:endParaRPr lang="en-US" sz="1060" dirty="0"/>
          </a:p>
        </p:txBody>
      </p:sp>
      <p:sp>
        <p:nvSpPr>
          <p:cNvPr id="47" name="Shape 45"/>
          <p:cNvSpPr/>
          <p:nvPr/>
        </p:nvSpPr>
        <p:spPr>
          <a:xfrm>
            <a:off x="7543800" y="4696097"/>
            <a:ext cx="4023360" cy="561703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16952" y="4750961"/>
            <a:ext cx="3877056" cy="470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11827"/>
                </a:solidFill>
              </a:rPr>
              <a:t>Slide deck + source code + documents</a:t>
            </a:r>
            <a:endParaRPr lang="en-US" sz="10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0120" y="210312"/>
            <a:ext cx="8961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" y="6583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Summarize results, limitations and future improvement.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Information System Programming Project • Presentation Template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47472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56362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Achievements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901952"/>
            <a:ext cx="3145536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Completed core internship tracking workflow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Implemented role-based screens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Designed database and reports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Prepared demonstration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47472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56362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1901952"/>
            <a:ext cx="3145536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No mobile application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No integration with external systems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Basic report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Notification may be limited to in-app alerts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636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8472" y="1901952"/>
            <a:ext cx="2916936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Email notification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Advanced 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Export reports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• Internship evaluation rubric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Q&amp;A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13232" y="242316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BEAFE"/>
                </a:solidFill>
              </a:rPr>
              <a:t>Thank you.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BEAFE"/>
                </a:solidFill>
              </a:rPr>
              <a:t>We welcome your questions and feedback.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0" y="1920240"/>
            <a:ext cx="46634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Suggested preparation: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Be ready to explain business workflow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Be ready to justify entity relationships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Be ready to show the main demo flows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3931920"/>
            <a:ext cx="3017520" cy="1920240"/>
          </a:xfrm>
          <a:prstGeom prst="arc">
            <a:avLst/>
          </a:prstGeom>
          <a:noFill/>
          <a:ln w="25400">
            <a:solidFill>
              <a:srgbClr val="2DD4BF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 Programming Project Presentation Template</dc:title>
  <dc:subject>Information System Programming Project slide template</dc:subject>
  <dc:creator>OpenAI</dc:creator>
  <cp:lastModifiedBy>OpenAI</cp:lastModifiedBy>
  <cp:revision>1</cp:revision>
  <dcterms:created xsi:type="dcterms:W3CDTF">2026-06-08T17:00:52Z</dcterms:created>
  <dcterms:modified xsi:type="dcterms:W3CDTF">2026-06-08T17:00:52Z</dcterms:modified>
</cp:coreProperties>
</file>